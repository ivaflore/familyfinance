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FamilyFinance: la app para llevar las finanzas de la familia entre 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problema: gastos separados, compras duplicadas, presupuesto a ciegas.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solución: un grupo familiar privado y compartido.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pasos: login con Google, crear grupo, usar la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Grid de funcionalidades clave.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Captura real del dashboard de la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Captura real en formato celular: el asistente respondiendo con datos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Seguridad: aislamiento total entre grupos familiares, login con Google,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comparativa de diferenciadores.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llamado a la acción.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5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1051560"/>
            <a:ext cx="1463040" cy="146304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3" name="Image 0" descr="/home/user/FamilyFinance/marketing/icons/user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0428" y="1394460"/>
            <a:ext cx="777240" cy="777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274320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FamilyFinance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3794760"/>
            <a:ext cx="9448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finanzas de tu familia, compartidas y al día — en un solo lugar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financiera familiar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Hoy, organizar las finanzas del hogar significa hacer malabares entre apps, chats y memoria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7F6F2"/>
          </a:solidFill>
          <a:ln w="12700">
            <a:solidFill>
              <a:srgbClr val="E8E6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514600"/>
            <a:ext cx="713232" cy="713232"/>
          </a:xfrm>
          <a:prstGeom prst="ellipse">
            <a:avLst/>
          </a:prstGeom>
          <a:solidFill>
            <a:srgbClr val="D85A30"/>
          </a:solidFill>
          <a:ln/>
        </p:spPr>
      </p:sp>
      <p:pic>
        <p:nvPicPr>
          <p:cNvPr id="6" name="Image 0" descr="/home/user/FamilyFinance/marketing/icons/car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2688336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Gastos por separado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913632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anota (o no anota) sus gastos en su propio celular, sin una visión conjunta.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214884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7F6F2"/>
          </a:solidFill>
          <a:ln w="12700">
            <a:solidFill>
              <a:srgbClr val="E8E6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2514600"/>
            <a:ext cx="713232" cy="713232"/>
          </a:xfrm>
          <a:prstGeom prst="ellipse">
            <a:avLst/>
          </a:prstGeom>
          <a:solidFill>
            <a:srgbClr val="BA7517"/>
          </a:solidFill>
          <a:ln/>
        </p:spPr>
      </p:sp>
      <p:pic>
        <p:nvPicPr>
          <p:cNvPr id="11" name="Image 1" descr="/home/user/FamilyFinance/marketing/icons/car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2688336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Compras duplicadas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3913632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una lista compartida, es fácil comprar dos veces lo mismo — o quedarse sin nada.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214884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7F6F2"/>
          </a:solidFill>
          <a:ln w="12700">
            <a:solidFill>
              <a:srgbClr val="E8E6D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6760" y="2514600"/>
            <a:ext cx="713232" cy="713232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16" name="Image 2" descr="/home/user/FamilyFinance/marketing/icons/pi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2688336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Presupuesto a ciegas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3913632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sabe con certeza cuánto se ha gastado del presupuesto del mes hasta que ya es tarde.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1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0020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FamilyFinance es el lugar único donde tu familia registra, comparte y controla sus finanzas — juntos, en tiempo real.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3621024"/>
            <a:ext cx="128016" cy="128016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34564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familia crea su propio grupo privado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4187952"/>
            <a:ext cx="128016" cy="128016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40233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ven y registran los mismos datos, al instante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4754880"/>
            <a:ext cx="128016" cy="128016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459028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desde el celular, en el momento que ocurre el gasto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949440" y="914400"/>
            <a:ext cx="4572000" cy="50292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549640" y="1417320"/>
            <a:ext cx="1371600" cy="137160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12" name="Image 0" descr="/home/user/FamilyFinance/marketing/icons/user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1737360"/>
            <a:ext cx="731520" cy="73152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132320" y="3063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grupo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7132320" y="3566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toda tu familia viendo lo mismo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406640" y="4160520"/>
            <a:ext cx="3657600" cy="0"/>
          </a:xfrm>
          <a:prstGeom prst="line">
            <a:avLst/>
          </a:prstGeom>
          <a:noFill/>
          <a:ln w="12700">
            <a:solidFill>
              <a:srgbClr val="E8E6D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223760" y="4434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223760" y="47457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el grupo, invita y administra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223760" y="5212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Miembros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223760" y="55229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registran y consultan los datos del día a día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pasos y tu familia ya está organizada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11880" y="2788920"/>
            <a:ext cx="777240" cy="27432"/>
          </a:xfrm>
          <a:prstGeom prst="rect">
            <a:avLst/>
          </a:prstGeom>
          <a:solidFill>
            <a:srgbClr val="E8E6DF"/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2148840"/>
            <a:ext cx="1280160" cy="128016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6" name="Image 0" descr="/home/user/FamilyFinance/marketing/icons/login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2468880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14600" y="2148840"/>
            <a:ext cx="365760" cy="365760"/>
          </a:xfrm>
          <a:prstGeom prst="ellipse">
            <a:avLst/>
          </a:prstGeom>
          <a:solidFill>
            <a:srgbClr val="BA75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51460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576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Inicia sesión con Google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206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crear ni recordar otra contraseña más.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269480" y="2788920"/>
            <a:ext cx="777240" cy="27432"/>
          </a:xfrm>
          <a:prstGeom prst="rect">
            <a:avLst/>
          </a:prstGeom>
          <a:solidFill>
            <a:srgbClr val="E8E6DF"/>
          </a:solidFill>
          <a:ln/>
        </p:spPr>
      </p:sp>
      <p:sp>
        <p:nvSpPr>
          <p:cNvPr id="12" name="Shape 9"/>
          <p:cNvSpPr/>
          <p:nvPr/>
        </p:nvSpPr>
        <p:spPr>
          <a:xfrm>
            <a:off x="5257800" y="2148840"/>
            <a:ext cx="1280160" cy="128016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13" name="Image 1" descr="/home/user/FamilyFinance/marketing/icons/user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468880"/>
            <a:ext cx="640080" cy="6400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172200" y="2148840"/>
            <a:ext cx="365760" cy="365760"/>
          </a:xfrm>
          <a:prstGeom prst="ellipse">
            <a:avLst/>
          </a:prstGeom>
          <a:solidFill>
            <a:srgbClr val="BA75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17220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480560" y="36576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 tu grupo familiar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4480560" y="4206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invita a los demás con un link.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915400" y="2148840"/>
            <a:ext cx="1280160" cy="128016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19" name="Image 2" descr="/home/user/FamilyFinance/marketing/icons/phon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2468880"/>
            <a:ext cx="640080" cy="64008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9829800" y="2148840"/>
            <a:ext cx="365760" cy="365760"/>
          </a:xfrm>
          <a:prstGeom prst="ellipse">
            <a:avLst/>
          </a:prstGeom>
          <a:solidFill>
            <a:srgbClr val="BA75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982980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8138160" y="36576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Úsala en el día a día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8138160" y="4206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Gastos, alacena, compras y menú, compartidos.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lo que tu familia necesita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96112" y="1627632"/>
            <a:ext cx="566928" cy="566928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5" name="Image 0" descr="/home/user/FamilyFinance/marketing/icons/car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764792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6112" y="2304288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Gastos y presupuesto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896112" y="2670048"/>
            <a:ext cx="3099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gastos y sigue el presupuesto por categoría, al instante.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89120" y="137160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45152" y="1627632"/>
            <a:ext cx="566928" cy="566928"/>
          </a:xfrm>
          <a:prstGeom prst="ellipse">
            <a:avLst/>
          </a:prstGeom>
          <a:solidFill>
            <a:srgbClr val="BA7517"/>
          </a:solidFill>
          <a:ln/>
        </p:spPr>
      </p:sp>
      <p:pic>
        <p:nvPicPr>
          <p:cNvPr id="10" name="Image 1" descr="/home/user/FamilyFinance/marketing/icons/packag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1764792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45152" y="2304288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Alacena compartida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4645152" y="2670048"/>
            <a:ext cx="3099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ven qué hay en casa y qué está por acabarse.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38160" y="137160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94192" y="1627632"/>
            <a:ext cx="566928" cy="566928"/>
          </a:xfrm>
          <a:prstGeom prst="ellipse">
            <a:avLst/>
          </a:prstGeom>
          <a:solidFill>
            <a:srgbClr val="D85A30"/>
          </a:solidFill>
          <a:ln/>
        </p:spPr>
      </p:sp>
      <p:pic>
        <p:nvPicPr>
          <p:cNvPr id="15" name="Image 2" descr="/home/user/FamilyFinance/marketing/icons/cart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1764792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94192" y="2304288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de compras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8394192" y="2670048"/>
            <a:ext cx="3099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arma sola desde el menú de la semana. Nadie compra dos veces lo mismo.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388620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96112" y="4142232"/>
            <a:ext cx="566928" cy="566928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20" name="Image 3" descr="/home/user/FamilyFinance/marketing/icons/book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279392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96112" y="4818888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Recetario y menú</a:t>
            </a:r>
            <a:endParaRPr lang="en-US" sz="1450" dirty="0"/>
          </a:p>
        </p:txBody>
      </p:sp>
      <p:sp>
        <p:nvSpPr>
          <p:cNvPr id="22" name="Text 16"/>
          <p:cNvSpPr txBox="1"/>
          <p:nvPr/>
        </p:nvSpPr>
        <p:spPr>
          <a:xfrm>
            <a:off x="896112" y="5184648"/>
            <a:ext cx="3099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 las comidas del mes con las recetas de tu familia.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389120" y="388620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45152" y="4142232"/>
            <a:ext cx="566928" cy="566928"/>
          </a:xfrm>
          <a:prstGeom prst="ellipse">
            <a:avLst/>
          </a:prstGeom>
          <a:solidFill>
            <a:srgbClr val="BA7517"/>
          </a:solidFill>
          <a:ln/>
        </p:spPr>
      </p:sp>
      <p:pic>
        <p:nvPicPr>
          <p:cNvPr id="25" name="Image 4" descr="/home/user/FamilyFinance/marketing/icons/layers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4279392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45152" y="4818888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Oportunidades de ahorro</a:t>
            </a:r>
            <a:endParaRPr lang="en-US" sz="1450" dirty="0"/>
          </a:p>
        </p:txBody>
      </p:sp>
      <p:sp>
        <p:nvSpPr>
          <p:cNvPr id="27" name="Text 20"/>
          <p:cNvSpPr txBox="1"/>
          <p:nvPr/>
        </p:nvSpPr>
        <p:spPr>
          <a:xfrm>
            <a:off x="4645152" y="5184648"/>
            <a:ext cx="3099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qué productos son prescindibles y cuánto podrías ahorrar.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138160" y="388620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394192" y="4142232"/>
            <a:ext cx="566928" cy="566928"/>
          </a:xfrm>
          <a:prstGeom prst="ellipse">
            <a:avLst/>
          </a:prstGeom>
          <a:solidFill>
            <a:srgbClr val="D85A30"/>
          </a:solidFill>
          <a:ln/>
        </p:spPr>
      </p:sp>
      <p:pic>
        <p:nvPicPr>
          <p:cNvPr id="30" name="Image 5" descr="/home/user/FamilyFinance/marketing/icons/zap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1352" y="4279392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394192" y="4818888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Asistente familiar</a:t>
            </a:r>
            <a:endParaRPr lang="en-US" sz="1450" dirty="0"/>
          </a:p>
        </p:txBody>
      </p:sp>
      <p:sp>
        <p:nvSpPr>
          <p:cNvPr id="32" name="Text 24"/>
          <p:cNvSpPr txBox="1"/>
          <p:nvPr/>
        </p:nvSpPr>
        <p:spPr>
          <a:xfrm>
            <a:off x="8394192" y="5184648"/>
            <a:ext cx="3099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preguntas usando los datos reales de tu familia.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se actualiza para toda la familia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2024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alguien registra un gasto o marca algo en la lista de compras, todos los miembros del grupo lo ven al instante — sin mensajes de WhatsApp para avisar.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3840480"/>
            <a:ext cx="402336" cy="402336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5" name="Image 0" descr="/home/user/FamilyFinance/marketing/icons/card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931920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3858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del mes en tiempo real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4407408"/>
            <a:ext cx="402336" cy="402336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8" name="Image 1" descr="/home/user/FamilyFinance/marketing/icons/pie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498848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44256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disponible al día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0080" y="4974336"/>
            <a:ext cx="402336" cy="402336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1" name="Image 2" descr="/home/user/FamilyFinance/marketing/icons/users-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065776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49926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de cada miembro visible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263640" y="685800"/>
            <a:ext cx="5394960" cy="5486400"/>
          </a:xfrm>
          <a:prstGeom prst="roundRect">
            <a:avLst>
              <a:gd name="adj" fmla="val 1695"/>
            </a:avLst>
          </a:prstGeom>
          <a:solidFill>
            <a:srgbClr val="F7F6F2"/>
          </a:solidFill>
          <a:ln w="12700">
            <a:solidFill>
              <a:srgbClr val="E8E6DF"/>
            </a:solidFill>
            <a:prstDash val="solid"/>
          </a:ln>
        </p:spPr>
      </p:sp>
      <p:pic>
        <p:nvPicPr>
          <p:cNvPr id="14" name="Image 3" descr="/tmp/claude-0/-home-user-FamilyFinance/8f348b48-48f6-5ba9-b7e2-31b7059ecb53/scratchpad/dashboard.png">    </p:cNvPr>
          <p:cNvPicPr>
            <a:picLocks noChangeAspect="1"/>
          </p:cNvPicPr>
          <p:nvPr/>
        </p:nvPicPr>
        <p:blipFill>
          <a:blip r:embed="rId4"/>
          <a:srcRect l="-38889" r="-38889" t="0" b="0"/>
          <a:stretch/>
        </p:blipFill>
        <p:spPr>
          <a:xfrm>
            <a:off x="6446520" y="1965960"/>
            <a:ext cx="512064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5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Pensada para el celular, desde el día uno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FamilyFinance está diseñada mobile-first: se usa cómodamente desde el navegador del celular, en el momento exacto en que ocurre el gasto — en el supermercado, en la feria, donde sea.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5" name="Image 0" descr="/home/user/FamilyFinance/marketing/icons/phon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433425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4206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descargar nada — funciona desde el navegador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138160" y="502920"/>
            <a:ext cx="3291840" cy="5852160"/>
          </a:xfrm>
          <a:prstGeom prst="roundRect">
            <a:avLst>
              <a:gd name="adj" fmla="val 7778"/>
            </a:avLst>
          </a:prstGeom>
          <a:solidFill>
            <a:srgbClr val="063D33"/>
          </a:solidFill>
          <a:ln w="25400">
            <a:solidFill>
              <a:srgbClr val="1D9E75"/>
            </a:solidFill>
            <a:prstDash val="solid"/>
          </a:ln>
        </p:spPr>
      </p:sp>
      <p:pic>
        <p:nvPicPr>
          <p:cNvPr id="8" name="Image 1" descr="/tmp/claude-0/-home-user-FamilyFinance/8f348b48-48f6-5ba9-b7e2-31b7059ecb53/scratchpad/mobile.png">    </p:cNvPr>
          <p:cNvPicPr>
            <a:picLocks noChangeAspect="1"/>
          </p:cNvPicPr>
          <p:nvPr/>
        </p:nvPicPr>
        <p:blipFill>
          <a:blip r:embed="rId2"/>
          <a:srcRect l="0" r="0" t="-43210" b="-43210"/>
          <a:stretch/>
        </p:blipFill>
        <p:spPr>
          <a:xfrm>
            <a:off x="8302752" y="667512"/>
            <a:ext cx="2962656" cy="55229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5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77724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Tus datos, solo de tu familia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011680" y="1965960"/>
            <a:ext cx="1005840" cy="100584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4" name="Image 0" descr="/home/user/FamilyFinance/marketing/icons/shiel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8568" y="2212848"/>
            <a:ext cx="512064" cy="5120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3200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Grupos aislados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37033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otra familia puede ver tus datos financieros — nunca, bajo ninguna circunstancia.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532120" y="1965960"/>
            <a:ext cx="1005840" cy="100584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8" name="Image 1" descr="/home/user/FamilyFinance/marketing/icons/login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2212848"/>
            <a:ext cx="512064" cy="5120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434840" y="3200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contraseñas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4617720" y="37033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Inicias sesión con tu cuenta de Google — una credencial menos que gestionar o filtrar.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9052560" y="1965960"/>
            <a:ext cx="1005840" cy="100584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12" name="Image 2" descr="/home/user/FamilyFinance/marketing/icons/users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448" y="2212848"/>
            <a:ext cx="512064" cy="51206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955280" y="3200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claros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8138160" y="37033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administrador del grupo decide quién entra; los miembros usan la app con confianza.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FamilyFinance?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7F6F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856232"/>
            <a:ext cx="256032" cy="256032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71600" y="167335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compartidos en tiempo real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67335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familia ve lo mismo, al instante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770632"/>
            <a:ext cx="256032" cy="256032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258775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contraseñas que gestionar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258775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tu cuenta de Google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4290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7F6F2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3685032"/>
            <a:ext cx="256032" cy="256032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71600" y="350215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total entre familias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350215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grupo, completamente aislado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4599432"/>
            <a:ext cx="256032" cy="256032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371600" y="441655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Pensada para el celular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441655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usar en el supermercado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2578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7F6F2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5513832"/>
            <a:ext cx="256032" cy="256032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371600" y="533095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siempre al día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760720" y="533095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 en tiempo real, nunca desactualizado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5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822960"/>
            <a:ext cx="1188720" cy="118872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3" name="Image 0" descr="/home/user/FamilyFinance/marketing/icons/user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0992" y="1106424"/>
            <a:ext cx="621792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33172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 las finanzas de tu familia, juntos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42900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tu grupo familiar hoy — es gratis empezar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910328" y="4297680"/>
            <a:ext cx="2377440" cy="566928"/>
          </a:xfrm>
          <a:prstGeom prst="roundRect">
            <a:avLst>
              <a:gd name="adj" fmla="val 50000"/>
            </a:avLst>
          </a:prstGeom>
          <a:solidFill>
            <a:srgbClr val="BA751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910328" y="42976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Empezar ahora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FamilyFinance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2026-08-27T14:50:42Z</dcterms:created>
  <dcterms:modified xsi:type="dcterms:W3CDTF">2026-08-27T14:50:42Z</dcterms:modified>
</cp:coreProperties>
</file>